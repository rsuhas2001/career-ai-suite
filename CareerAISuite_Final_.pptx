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hMkssmd04aCkjL26DBjKwOoIt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9"/>
  </p:normalViewPr>
  <p:slideViewPr>
    <p:cSldViewPr snapToGrid="0">
      <p:cViewPr varScale="1">
        <p:scale>
          <a:sx n="136" d="100"/>
          <a:sy n="136" d="100"/>
        </p:scale>
        <p:origin x="8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1B2E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91840" y="0"/>
            <a:ext cx="109728" cy="5143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731520"/>
            <a:ext cx="1463040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914400" y="2423160"/>
            <a:ext cx="1645920" cy="29260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914400" y="2423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926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822960" y="28803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ResumeMatch AI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474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822960" y="34290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InterviewPrep AI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4023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/>
          <p:nvPr/>
        </p:nvSpPr>
        <p:spPr>
          <a:xfrm>
            <a:off x="822960" y="39776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DataStory AI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749040" y="640080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libri"/>
              <a:buNone/>
            </a:pPr>
            <a:r>
              <a:rPr lang="en-US" sz="6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</a:t>
            </a:r>
            <a:endParaRPr sz="6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749040" y="1508760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800"/>
              <a:buFont typeface="Calibri"/>
              <a:buNone/>
            </a:pPr>
            <a:r>
              <a:rPr lang="en-US" sz="68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AI SUITE</a:t>
            </a:r>
            <a:endParaRPr sz="6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749040" y="25146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Multi-Agent System for Career Development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749040" y="3108960"/>
            <a:ext cx="5029200" cy="27432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749040" y="3246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Group 8  ·  Suhas Ramachandra  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3749040" y="36576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April 2026  ·  Applied Generative AI Final Project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0040" y="1097280"/>
            <a:ext cx="2743200" cy="35661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20040" y="1097280"/>
            <a:ext cx="2743200" cy="7315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" name="Google Shape;4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411480" y="1691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Resume Optimization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11480" y="2194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Hard to tailor resumes for specific jobs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11480" y="27889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Missing keywords rejected by ATS systems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1480" y="3383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No instant, affordable feedback available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246120" y="1097280"/>
            <a:ext cx="2743200" cy="35661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756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3337560" y="1691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Interview Preparation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337560" y="2194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Professional coaching costs $100+/hour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337560" y="27889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Generic questions don't match the role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337560" y="3383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No personalized answer feedback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172200" y="1097280"/>
            <a:ext cx="2743200" cy="35661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172200" y="1097280"/>
            <a:ext cx="2743200" cy="73152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364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6263640" y="1691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 Analysis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263640" y="2194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Non-technical users can't analyze data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63640" y="27889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Manual analysis is slow and expensive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263640" y="3383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Insights locked behind technical skills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SOLUTION: AI-powered multi-agent system combining all three into one platform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SOLUTION: CAREER AI SUITE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3 Integrated AI Tools. One Platform.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20040" y="1417320"/>
            <a:ext cx="2651760" cy="338328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20040" y="1417320"/>
            <a:ext cx="2651760" cy="731520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978408" y="15270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ResumeMatch AI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768" y="23042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704088" y="2240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Scores resumes 1–10 with detailed feedback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768" y="29443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04088" y="28803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Matches resume to job descriptions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9768" y="35844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704088" y="35204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Identifies skill gaps &amp; missing keywords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00400" y="1417320"/>
            <a:ext cx="2651760" cy="338328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200400" y="1417320"/>
            <a:ext cx="2651760" cy="731520"/>
          </a:xfrm>
          <a:prstGeom prst="rect">
            <a:avLst/>
          </a:prstGeom>
          <a:solidFill>
            <a:srgbClr val="007A5E"/>
          </a:solidFill>
          <a:ln w="1270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756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3858768" y="15270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InterviewPrep AI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0128" y="23042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3584448" y="2240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Generates role-specific interview questions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0128" y="29443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3584448" y="28803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Evaluates answers using STAR method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0128" y="35844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3584448" y="35204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Provides improved answer suggestions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080760" y="1417320"/>
            <a:ext cx="2651760" cy="338328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6080760" y="1417320"/>
            <a:ext cx="2651760" cy="731520"/>
          </a:xfrm>
          <a:prstGeom prst="rect">
            <a:avLst/>
          </a:prstGeom>
          <a:solidFill>
            <a:srgbClr val="6B3FA0"/>
          </a:solidFill>
          <a:ln w="1270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792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6739128" y="15270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DataStory AI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0488" y="23042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6464808" y="2240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Analyzes CSV datasets automatically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0488" y="29443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6464808" y="28803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Generates 5 key insights in plain English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0488" y="35844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6464808" y="35204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Answers natural language questions on data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Multi-Agent LLM Architecture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474720" y="1005840"/>
            <a:ext cx="2194560" cy="50292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474720" y="10058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4572000" y="1508760"/>
            <a:ext cx="0" cy="320040"/>
          </a:xfrm>
          <a:prstGeom prst="straightConnector1">
            <a:avLst/>
          </a:prstGeom>
          <a:noFill/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4"/>
          <p:cNvSpPr/>
          <p:nvPr/>
        </p:nvSpPr>
        <p:spPr>
          <a:xfrm>
            <a:off x="3108960" y="1828800"/>
            <a:ext cx="2926080" cy="50292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108960" y="18288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GRADIO UI  (6 Tabs)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1234440" y="2514600"/>
            <a:ext cx="6675120" cy="0"/>
          </a:xfrm>
          <a:prstGeom prst="straightConnector1">
            <a:avLst/>
          </a:prstGeom>
          <a:noFill/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4"/>
          <p:cNvCxnSpPr/>
          <p:nvPr/>
        </p:nvCxnSpPr>
        <p:spPr>
          <a:xfrm>
            <a:off x="1600200" y="2514600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4"/>
          <p:cNvSpPr/>
          <p:nvPr/>
        </p:nvSpPr>
        <p:spPr>
          <a:xfrm>
            <a:off x="320040" y="2834640"/>
            <a:ext cx="2560320" cy="146304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320040" y="2834640"/>
            <a:ext cx="2560320" cy="411480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20040" y="2834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ResumeMatch AI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11480" y="3337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1: Resume Analyzer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11480" y="3749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2: Job Matcher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4526280" y="2514600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4"/>
          <p:cNvSpPr/>
          <p:nvPr/>
        </p:nvSpPr>
        <p:spPr>
          <a:xfrm>
            <a:off x="3246120" y="2834640"/>
            <a:ext cx="2560320" cy="146304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246120" y="2834640"/>
            <a:ext cx="2560320" cy="411480"/>
          </a:xfrm>
          <a:prstGeom prst="rect">
            <a:avLst/>
          </a:prstGeom>
          <a:solidFill>
            <a:srgbClr val="007A5E"/>
          </a:solidFill>
          <a:ln w="1270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246120" y="2834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InterviewPrep AI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337560" y="3337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1: Interview Coach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337560" y="3749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2: Feedback Generator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7452360" y="2514600"/>
            <a:ext cx="0" cy="320040"/>
          </a:xfrm>
          <a:prstGeom prst="straightConnector1">
            <a:avLst/>
          </a:prstGeom>
          <a:noFill/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4"/>
          <p:cNvSpPr/>
          <p:nvPr/>
        </p:nvSpPr>
        <p:spPr>
          <a:xfrm>
            <a:off x="6172200" y="2834640"/>
            <a:ext cx="2560320" cy="146304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72200" y="2834640"/>
            <a:ext cx="2560320" cy="411480"/>
          </a:xfrm>
          <a:prstGeom prst="rect">
            <a:avLst/>
          </a:prstGeom>
          <a:solidFill>
            <a:srgbClr val="6B3FA0"/>
          </a:solidFill>
          <a:ln w="1270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172200" y="2834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DataStory AI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263640" y="3337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1: Data Analyst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263640" y="3749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2: Insight Narrator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4"/>
          <p:cNvCxnSpPr/>
          <p:nvPr/>
        </p:nvCxnSpPr>
        <p:spPr>
          <a:xfrm>
            <a:off x="4572000" y="4297680"/>
            <a:ext cx="0" cy="320040"/>
          </a:xfrm>
          <a:prstGeom prst="straightConnector1">
            <a:avLst/>
          </a:prstGeom>
          <a:noFill/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4"/>
          <p:cNvSpPr/>
          <p:nvPr/>
        </p:nvSpPr>
        <p:spPr>
          <a:xfrm>
            <a:off x="2926080" y="4617720"/>
            <a:ext cx="3291840" cy="429768"/>
          </a:xfrm>
          <a:prstGeom prst="rect">
            <a:avLst/>
          </a:prstGeom>
          <a:solidFill>
            <a:srgbClr val="0D1B2A"/>
          </a:solidFill>
          <a:ln w="254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2926080" y="4617720"/>
            <a:ext cx="329184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OpenAI GPT-3.5-Turbo  ·  LLM Engine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MULTI-AGENT DESIGN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6 Specialized Agents Working Together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20040" y="1188720"/>
            <a:ext cx="2651760" cy="160020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20040" y="1188720"/>
            <a:ext cx="502920" cy="1600200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32004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68680" y="1234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ResumeMatch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68680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 Analyzer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868680" y="18470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Analyzes resume content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68680" y="2194560"/>
            <a:ext cx="2011680" cy="5029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68680" y="21945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Score 1–10 · Strengths · Weaknesses · Skills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200400" y="1188720"/>
            <a:ext cx="2651760" cy="160020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200400" y="1188720"/>
            <a:ext cx="502920" cy="1600200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20040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749040" y="1234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ResumeMatch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749040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 Matcher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749040" y="18470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Compares resume to JD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749040" y="2194560"/>
            <a:ext cx="2011680" cy="5029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749040" y="21945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Match % · Skill gaps · Missing keywords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080760" y="1188720"/>
            <a:ext cx="2651760" cy="160020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6080760" y="1188720"/>
            <a:ext cx="502920" cy="1600200"/>
          </a:xfrm>
          <a:prstGeom prst="rect">
            <a:avLst/>
          </a:prstGeom>
          <a:solidFill>
            <a:srgbClr val="007A5E"/>
          </a:solidFill>
          <a:ln w="1270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08076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629400" y="1234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InterviewPrep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629400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Interview Coach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629400" y="18470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Generates interview questions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629400" y="2194560"/>
            <a:ext cx="2011680" cy="5029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629400" y="21945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Role-specific questions with answer guidance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20040" y="3017520"/>
            <a:ext cx="2651760" cy="160020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320040" y="3017520"/>
            <a:ext cx="502920" cy="1600200"/>
          </a:xfrm>
          <a:prstGeom prst="rect">
            <a:avLst/>
          </a:prstGeom>
          <a:solidFill>
            <a:srgbClr val="007A5E"/>
          </a:solidFill>
          <a:ln w="1270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32004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68680" y="30632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InterviewPrep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68680" y="32918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Feedback Generator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868680" y="3675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Evaluates answers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868680" y="4023360"/>
            <a:ext cx="2011680" cy="5029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868680" y="40233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STAR analysis · Score · Improved answer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200400" y="3017520"/>
            <a:ext cx="2651760" cy="160020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3200400" y="3017520"/>
            <a:ext cx="502920" cy="1600200"/>
          </a:xfrm>
          <a:prstGeom prst="rect">
            <a:avLst/>
          </a:prstGeom>
          <a:solidFill>
            <a:srgbClr val="6B3FA0"/>
          </a:solidFill>
          <a:ln w="1270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320040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749040" y="30632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DataStory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749040" y="32918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749040" y="3675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Analyzes CSV files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749040" y="4023360"/>
            <a:ext cx="2011680" cy="5029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3749040" y="40233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5 key insights · Trends · Patterns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080760" y="3017520"/>
            <a:ext cx="2651760" cy="160020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080760" y="3017520"/>
            <a:ext cx="502920" cy="1600200"/>
          </a:xfrm>
          <a:prstGeom prst="rect">
            <a:avLst/>
          </a:prstGeom>
          <a:solidFill>
            <a:srgbClr val="6B3FA0"/>
          </a:solidFill>
          <a:ln w="1270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608076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629400" y="30632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DataStory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629400" y="32918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Narrator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629400" y="3675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Answers data questions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629400" y="4023360"/>
            <a:ext cx="2011680" cy="50292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629400" y="40233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Natural language responses about your data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365760" y="10058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172968" y="10058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980176" y="10058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WHY WE CHOSE 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65760" y="1389888"/>
            <a:ext cx="841248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57200" y="13898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LLM Engine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172968" y="1463040"/>
            <a:ext cx="1554480" cy="31089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3172968" y="14630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OpenAI GPT-3.5-Turbo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989320" y="13898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Fast (2–5s), reliable, cost-effective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65760" y="1847088"/>
            <a:ext cx="8412480" cy="457200"/>
          </a:xfrm>
          <a:prstGeom prst="rect">
            <a:avLst/>
          </a:prstGeom>
          <a:solidFill>
            <a:srgbClr val="EBF1F7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57200" y="18470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UI Framework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172968" y="1920240"/>
            <a:ext cx="1554480" cy="31089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172968" y="19202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Gradio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989320" y="18470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Easy UI, shareable public URL, works in Colab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65760" y="2304288"/>
            <a:ext cx="841248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57200" y="23042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172968" y="2377440"/>
            <a:ext cx="1554480" cy="31089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172968" y="23774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Pandas &amp; NumPy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989320" y="23042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Industry standard for data 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65760" y="2761488"/>
            <a:ext cx="8412480" cy="457200"/>
          </a:xfrm>
          <a:prstGeom prst="rect">
            <a:avLst/>
          </a:prstGeom>
          <a:solidFill>
            <a:srgbClr val="EBF1F7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57200" y="27614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172968" y="2834640"/>
            <a:ext cx="1554480" cy="31089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3172968" y="28346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Google Colab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989320" y="27614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Free, zero setup, easy team collaboration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65760" y="3218688"/>
            <a:ext cx="841248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457200" y="32186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172968" y="3291840"/>
            <a:ext cx="1554480" cy="31089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3172968" y="32918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Python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989320" y="32186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Dominant for AI/ML development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1B2E44"/>
          </a:solidFill>
          <a:ln w="12700" cap="flat" cmpd="sng">
            <a:solidFill>
              <a:srgbClr val="1B2E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9" name="Google Shape;22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920" y="39319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6"/>
          <p:cNvSpPr/>
          <p:nvPr/>
        </p:nvSpPr>
        <p:spPr>
          <a:xfrm>
            <a:off x="1005840" y="3840480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Stack Works Together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1005840" y="4206240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Each component was chosen for speed, accessibility, and zero-friction collaboration. The entire suite runs in a single Colab notebook — no local setup, no deployment headaches, shareable in seconds.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 cap="flat" cmpd="sng">
            <a:solidFill>
              <a:srgbClr val="0D1B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IMPACT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274320" y="1005840"/>
            <a:ext cx="1965960" cy="1234440"/>
          </a:xfrm>
          <a:prstGeom prst="rect">
            <a:avLst/>
          </a:prstGeom>
          <a:solidFill>
            <a:srgbClr val="0D1B2A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274320" y="10972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2–5s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274320" y="173736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Response Time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468880" y="1005840"/>
            <a:ext cx="1965960" cy="1234440"/>
          </a:xfrm>
          <a:prstGeom prst="rect">
            <a:avLst/>
          </a:prstGeom>
          <a:solidFill>
            <a:srgbClr val="0D1B2A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2468880" y="10972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468880" y="173736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Functional Agent Tabs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663440" y="1005840"/>
            <a:ext cx="1965960" cy="1234440"/>
          </a:xfrm>
          <a:prstGeom prst="rect">
            <a:avLst/>
          </a:prstGeom>
          <a:solidFill>
            <a:srgbClr val="0D1B2A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4663440" y="10972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$100+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663440" y="173736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Coaching Cost Saved/hr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858000" y="1005840"/>
            <a:ext cx="1965960" cy="1234440"/>
          </a:xfrm>
          <a:prstGeom prst="rect">
            <a:avLst/>
          </a:prstGeom>
          <a:solidFill>
            <a:srgbClr val="0D1B2A"/>
          </a:solidFill>
          <a:ln w="1905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6858000" y="10972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3-in-1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858000" y="173736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Integrated AI Products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74320" y="2423160"/>
            <a:ext cx="402336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274320" y="2423160"/>
            <a:ext cx="4023360" cy="411480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274320" y="24231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2926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/>
          <p:nvPr/>
        </p:nvSpPr>
        <p:spPr>
          <a:xfrm>
            <a:off x="749808" y="28803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All 6 tabs fully functional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3832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7"/>
          <p:cNvSpPr/>
          <p:nvPr/>
        </p:nvSpPr>
        <p:spPr>
          <a:xfrm>
            <a:off x="749808" y="33375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Real-time AI-powered feedback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8404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/>
          <p:nvPr/>
        </p:nvSpPr>
        <p:spPr>
          <a:xfrm>
            <a:off x="749808" y="37947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Works on any device with internet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4297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7"/>
          <p:cNvSpPr/>
          <p:nvPr/>
        </p:nvSpPr>
        <p:spPr>
          <a:xfrm>
            <a:off x="749808" y="42519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Shareable Gradio public URL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846320" y="2423160"/>
            <a:ext cx="4023360" cy="2468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4846320" y="2423160"/>
            <a:ext cx="4023360" cy="411480"/>
          </a:xfrm>
          <a:prstGeom prst="rect">
            <a:avLst/>
          </a:prstGeom>
          <a:solidFill>
            <a:srgbClr val="6B3FA0"/>
          </a:solidFill>
          <a:ln w="1270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4846320" y="24231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3480" y="2926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/>
          <p:nvPr/>
        </p:nvSpPr>
        <p:spPr>
          <a:xfrm>
            <a:off x="5321808" y="28803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Multi-agent architecture (6 agents)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3480" y="33832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"/>
          <p:cNvSpPr/>
          <p:nvPr/>
        </p:nvSpPr>
        <p:spPr>
          <a:xfrm>
            <a:off x="5321808" y="33375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3 AI products in one platform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3480" y="38404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7"/>
          <p:cNvSpPr/>
          <p:nvPr/>
        </p:nvSpPr>
        <p:spPr>
          <a:xfrm>
            <a:off x="5321808" y="37947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NL data analysis for non-tech users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3480" y="4297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/>
          <p:nvPr/>
        </p:nvSpPr>
        <p:spPr>
          <a:xfrm>
            <a:off x="5321808" y="42519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Accessible to anyone with internet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Planned roadmap for Version 2.0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20040" y="1280160"/>
            <a:ext cx="4114800" cy="169164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2" name="Google Shape;28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768" y="1463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8"/>
          <p:cNvSpPr/>
          <p:nvPr/>
        </p:nvSpPr>
        <p:spPr>
          <a:xfrm>
            <a:off x="1005840" y="14447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Enhanced Features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29768" y="2057400"/>
            <a:ext cx="182880" cy="182880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85800" y="20116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PDF/DOCX resume upload support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29768" y="2350008"/>
            <a:ext cx="182880" cy="182880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685800" y="23042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Voice-based mock interviews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29768" y="2642616"/>
            <a:ext cx="182880" cy="182880"/>
          </a:xfrm>
          <a:prstGeom prst="rect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685800" y="259689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Real-time video interview simulation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709160" y="1280160"/>
            <a:ext cx="4114800" cy="169164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8888" y="1463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/>
          <p:nvPr/>
        </p:nvSpPr>
        <p:spPr>
          <a:xfrm>
            <a:off x="5394960" y="14447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AI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818888" y="2057400"/>
            <a:ext cx="182880" cy="182880"/>
          </a:xfrm>
          <a:prstGeom prst="rect">
            <a:avLst/>
          </a:prstGeom>
          <a:solidFill>
            <a:srgbClr val="6B3FA0"/>
          </a:solidFill>
          <a:ln w="1270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5074920" y="20116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GPT-4 integration for deeper 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818888" y="2350008"/>
            <a:ext cx="182880" cy="182880"/>
          </a:xfrm>
          <a:prstGeom prst="rect">
            <a:avLst/>
          </a:prstGeom>
          <a:solidFill>
            <a:srgbClr val="6B3FA0"/>
          </a:solidFill>
          <a:ln w="1270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5074920" y="23042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RAG system for company-specific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818888" y="2642616"/>
            <a:ext cx="182880" cy="182880"/>
          </a:xfrm>
          <a:prstGeom prst="rect">
            <a:avLst/>
          </a:prstGeom>
          <a:solidFill>
            <a:srgbClr val="6B3FA0"/>
          </a:solidFill>
          <a:ln w="1270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5074920" y="259689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Fine-tuned models per industry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20040" y="3154680"/>
            <a:ext cx="4114800" cy="169164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0" name="Google Shape;300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9768" y="3337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"/>
          <p:cNvSpPr/>
          <p:nvPr/>
        </p:nvSpPr>
        <p:spPr>
          <a:xfrm>
            <a:off x="1005840" y="33192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Experience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29768" y="3931920"/>
            <a:ext cx="182880" cy="182880"/>
          </a:xfrm>
          <a:prstGeom prst="rect">
            <a:avLst/>
          </a:prstGeom>
          <a:solidFill>
            <a:srgbClr val="007A5E"/>
          </a:solidFill>
          <a:ln w="1270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685800" y="388620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User accounts and saved history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29768" y="4224528"/>
            <a:ext cx="182880" cy="182880"/>
          </a:xfrm>
          <a:prstGeom prst="rect">
            <a:avLst/>
          </a:prstGeom>
          <a:solidFill>
            <a:srgbClr val="007A5E"/>
          </a:solidFill>
          <a:ln w="1270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685800" y="41788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Progress tracking dashboard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29768" y="4517136"/>
            <a:ext cx="182880" cy="182880"/>
          </a:xfrm>
          <a:prstGeom prst="rect">
            <a:avLst/>
          </a:prstGeom>
          <a:solidFill>
            <a:srgbClr val="007A5E"/>
          </a:solidFill>
          <a:ln w="1270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685800" y="447141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Mobile app version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709160" y="3154680"/>
            <a:ext cx="4114800" cy="169164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A85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9" name="Google Shape;309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18888" y="3337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8"/>
          <p:cNvSpPr/>
          <p:nvPr/>
        </p:nvSpPr>
        <p:spPr>
          <a:xfrm>
            <a:off x="5394960" y="33192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818888" y="3931920"/>
            <a:ext cx="182880" cy="182880"/>
          </a:xfrm>
          <a:prstGeom prst="rect">
            <a:avLst/>
          </a:prstGeom>
          <a:solidFill>
            <a:srgbClr val="A85200"/>
          </a:solidFill>
          <a:ln w="12700" cap="flat" cmpd="sng">
            <a:solidFill>
              <a:srgbClr val="A85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5074920" y="388620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LinkedIn profile import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818888" y="4224528"/>
            <a:ext cx="182880" cy="182880"/>
          </a:xfrm>
          <a:prstGeom prst="rect">
            <a:avLst/>
          </a:prstGeom>
          <a:solidFill>
            <a:srgbClr val="A85200"/>
          </a:solidFill>
          <a:ln w="12700" cap="flat" cmpd="sng">
            <a:solidFill>
              <a:srgbClr val="A85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5074920" y="41788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Job board connections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818888" y="4517136"/>
            <a:ext cx="182880" cy="182880"/>
          </a:xfrm>
          <a:prstGeom prst="rect">
            <a:avLst/>
          </a:prstGeom>
          <a:solidFill>
            <a:srgbClr val="A85200"/>
          </a:solidFill>
          <a:ln w="12700" cap="flat" cmpd="sng">
            <a:solidFill>
              <a:srgbClr val="A852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5074920" y="447141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Calendar sync for interview prep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/>
          <p:nvPr/>
        </p:nvSpPr>
        <p:spPr>
          <a:xfrm>
            <a:off x="-3" y="0"/>
            <a:ext cx="109800" cy="5143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229529" y="320050"/>
            <a:ext cx="8731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ACHIEVEMENTS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 rot="10800000" flipH="1">
            <a:off x="229629" y="1444689"/>
            <a:ext cx="8731500" cy="183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5" name="Google Shape;325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530" y="209396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0"/>
          <p:cNvSpPr/>
          <p:nvPr/>
        </p:nvSpPr>
        <p:spPr>
          <a:xfrm>
            <a:off x="503845" y="2029975"/>
            <a:ext cx="8365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specialized LLM agents working in concert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530" y="25420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0"/>
          <p:cNvSpPr/>
          <p:nvPr/>
        </p:nvSpPr>
        <p:spPr>
          <a:xfrm>
            <a:off x="503875" y="2487175"/>
            <a:ext cx="8365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6-tab Gradio interface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530" y="29992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/>
          <p:nvPr/>
        </p:nvSpPr>
        <p:spPr>
          <a:xfrm>
            <a:off x="503870" y="2944375"/>
            <a:ext cx="8365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AI responses in 2–5 seconds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530" y="35113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/>
          <p:nvPr/>
        </p:nvSpPr>
        <p:spPr>
          <a:xfrm>
            <a:off x="503870" y="3401575"/>
            <a:ext cx="83658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functional working demo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Six-tab Gradio interface walkthrough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57200" y="1078992"/>
            <a:ext cx="8229600" cy="36576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320040" y="1234440"/>
            <a:ext cx="2651760" cy="164592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429768" y="1344168"/>
            <a:ext cx="438912" cy="438912"/>
          </a:xfrm>
          <a:prstGeom prst="ellipse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429768" y="13441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960120" y="13716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 Analyzer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429768" y="1892808"/>
            <a:ext cx="2423160" cy="27432"/>
          </a:xfrm>
          <a:prstGeom prst="rect">
            <a:avLst/>
          </a:prstGeom>
          <a:solidFill>
            <a:srgbClr val="2A3F5A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429768" y="198424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Paste sample resume → Get score &amp; detailed feedback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200400" y="1234440"/>
            <a:ext cx="2651760" cy="164592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3310128" y="1344168"/>
            <a:ext cx="438912" cy="438912"/>
          </a:xfrm>
          <a:prstGeom prst="ellipse">
            <a:avLst/>
          </a:prstGeom>
          <a:solidFill>
            <a:srgbClr val="0077A8"/>
          </a:solidFill>
          <a:ln w="12700" cap="flat" cmpd="sng">
            <a:solidFill>
              <a:srgbClr val="007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3310128" y="13441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3840480" y="13716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 Matcher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3310128" y="1892808"/>
            <a:ext cx="2423160" cy="27432"/>
          </a:xfrm>
          <a:prstGeom prst="rect">
            <a:avLst/>
          </a:prstGeom>
          <a:solidFill>
            <a:srgbClr val="2A3F5A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3310128" y="198424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Add job description → See match % and skill gaps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080760" y="1234440"/>
            <a:ext cx="2651760" cy="164592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6190488" y="1344168"/>
            <a:ext cx="438912" cy="438912"/>
          </a:xfrm>
          <a:prstGeom prst="ellipse">
            <a:avLst/>
          </a:prstGeom>
          <a:solidFill>
            <a:srgbClr val="007A5E"/>
          </a:solidFill>
          <a:ln w="1270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6190488" y="13441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6720840" y="13716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Interview Qs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6190488" y="1892808"/>
            <a:ext cx="2423160" cy="27432"/>
          </a:xfrm>
          <a:prstGeom prst="rect">
            <a:avLst/>
          </a:prstGeom>
          <a:solidFill>
            <a:srgbClr val="2A3F5A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6190488" y="198424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Enter job description → Generate 5 role-specific questions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20040" y="3108960"/>
            <a:ext cx="2651760" cy="164592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429768" y="3218688"/>
            <a:ext cx="438912" cy="438912"/>
          </a:xfrm>
          <a:prstGeom prst="ellipse">
            <a:avLst/>
          </a:prstGeom>
          <a:solidFill>
            <a:srgbClr val="007A5E"/>
          </a:solidFill>
          <a:ln w="12700" cap="flat" cmpd="sng">
            <a:solidFill>
              <a:srgbClr val="007A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429768" y="32186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96012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Eval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29768" y="3767328"/>
            <a:ext cx="2423160" cy="27432"/>
          </a:xfrm>
          <a:prstGeom prst="rect">
            <a:avLst/>
          </a:prstGeom>
          <a:solidFill>
            <a:srgbClr val="2A3F5A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429768" y="385876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Enter question + answer → Get STAR method feedback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3200400" y="3108960"/>
            <a:ext cx="2651760" cy="164592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3310128" y="3218688"/>
            <a:ext cx="438912" cy="438912"/>
          </a:xfrm>
          <a:prstGeom prst="ellipse">
            <a:avLst/>
          </a:prstGeom>
          <a:solidFill>
            <a:srgbClr val="6B3FA0"/>
          </a:solidFill>
          <a:ln w="1270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3310128" y="32186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384048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Analysis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310128" y="3767328"/>
            <a:ext cx="2423160" cy="27432"/>
          </a:xfrm>
          <a:prstGeom prst="rect">
            <a:avLst/>
          </a:prstGeom>
          <a:solidFill>
            <a:srgbClr val="2A3F5A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3310128" y="385876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Upload CSV file → Get automatic insights instantly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080760" y="3108960"/>
            <a:ext cx="2651760" cy="1645920"/>
          </a:xfrm>
          <a:prstGeom prst="rect">
            <a:avLst/>
          </a:prstGeom>
          <a:solidFill>
            <a:srgbClr val="1B2E44"/>
          </a:solidFill>
          <a:ln w="1905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6190488" y="3218688"/>
            <a:ext cx="438912" cy="438912"/>
          </a:xfrm>
          <a:prstGeom prst="ellipse">
            <a:avLst/>
          </a:prstGeom>
          <a:solidFill>
            <a:srgbClr val="6B3FA0"/>
          </a:solidFill>
          <a:ln w="12700" cap="flat" cmpd="sng">
            <a:solidFill>
              <a:srgbClr val="6B3F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6190488" y="32186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672084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Q&amp;A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190488" y="3767328"/>
            <a:ext cx="2423160" cy="27432"/>
          </a:xfrm>
          <a:prstGeom prst="rect">
            <a:avLst/>
          </a:prstGeom>
          <a:solidFill>
            <a:srgbClr val="2A3F5A"/>
          </a:solidFill>
          <a:ln w="12700" cap="flat" cmpd="sng">
            <a:solidFill>
              <a:srgbClr val="2A3F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190488" y="385876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Ask questions about your data → Get plain English answers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Macintosh PowerPoint</Application>
  <PresentationFormat>On-screen Show (16:9)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Suhas Ramachandra</cp:lastModifiedBy>
  <cp:revision>1</cp:revision>
  <dcterms:created xsi:type="dcterms:W3CDTF">2026-04-19T02:07:35Z</dcterms:created>
  <dcterms:modified xsi:type="dcterms:W3CDTF">2026-05-06T17:27:28Z</dcterms:modified>
</cp:coreProperties>
</file>